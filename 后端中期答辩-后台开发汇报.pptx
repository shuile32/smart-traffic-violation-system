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后端：杨翼、张浩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overview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Intake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workflow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Violation + Stats + AI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 + Permissions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237E"/>
                </a:solidFill>
              </a:rPr>
              <a:t>后端开发进度汇报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74F"/>
                </a:solidFill>
              </a:rPr>
              <a:t>FastAPI + SQLAlchemy + JWT/RBAC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74F"/>
                </a:solidFill>
              </a:rPr>
              <a:t>基于 AI 的交通违章智能管理平台 · 中期答辩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</a:rPr>
              <a:t>后端 API 全览 — 18 个核心端点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POST /auth/login /auth/register /auth/me — JWT 鉴权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POST /intakes/{citizen,admin,camera} — 三来源图片摄入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GET/POST /cases + approve/reject — 案件审核工作流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GET /violations + /owners/{id}/violations — 违章归档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GET /statistics/{overview,by-time,by-type,by-location} — 统计分析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POST /internal/ai/{yolo,ocr,rules,review} — AI 接口层 (stub)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CRUD /admin/{users,cameras,vehicles,rules} — 系统管理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205 自动化测试 · 17 张表 · 4 角色 RBAC · 9 次 Alembic 迁移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</a:rPr>
              <a:t>登录鉴权 — JWT + RBAC 四角色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JWT 无状态认证 (python-jose)，60 分钟过期，bcrypt 密码哈希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RBAC 四角色：citizen / reviewer / admin / camera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FastAPI Depends 依赖注入 → require_role("admin","reviewer")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角色不匹配 → 403 Forbidden · 无 token → 401 Unauthorized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登录响应：{"access_token":"eyJ...","user":{"id":1,"role_code":"admin"}}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权限矩阵：citizen 只看自己 · reviewer 审核+统计 · admin 全权限 · camera 仅推送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</a:rPr>
              <a:t>图片摄入 — 三来源 + 安全机制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市民随手拍：POST /intakes/citizen-reports · citizen JWT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管理员上传：POST /intakes/admin-uploads · admin JWT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摄像头推送：POST /intakes/camera-captures · X-Camera-Key 头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SHA-256 图片哈希去重 → 相同图片返回 409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Magic Byte MIME 校验 → 仅允许 JPEG/PNG/WebP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API Key 只存 SHA-256 哈希，原始密钥仅返回一次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响应：{"case_id":3,"case_no":"CASE20260710000003","status":"uploaded"}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</a:rPr>
              <a:t>审核工作流 — 案件审批链路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GET /cases — 分页 + 状态/来源/关键词过滤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GET /cases/{id} — 完整详情（含媒体+AI结果）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POST /cases/{id}/approve — 审核通过 → 自动生成违章+通知+奖励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POST /cases/{id}/reject — 驳回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审核通过自动化链：Violation → Vehicle → Owner email → SMTP → Reward → AuditLog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通知失败不阻断归档 · 无车主时 violation 仍然创建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请求：{"plate_no":"粤B-TEST01","violation_type":"speeding","fine_amount":200,"points":3}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</a:rPr>
              <a:t>违章归档 + 统计 + AI 接口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违章查询：GET /violations · GET /owners/{id}/violations · 角色隔离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统计分析：overview(total/approved/rejected) · by-time · by-type · by-location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AI 接口：YOLO 检测 → OCR 车牌 → 规则引擎 → LLM 初审（适配器模式）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适配器模式：ABC 抽象基类 → StubImpl/RealImpl → AI_PROVIDER 切换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Stub 返回：{"objects":[{"class":"car","confidence":0.92}],"model_version":"stub-yolov8n"}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LLM 初审：{"conclusion":"suggest_approve","confidence":0.88,"reason":"超速33%"}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</a:rPr>
              <a:t>数据库设计 + 权限模型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17 张表，5 层架构：用户权限 → 摄入管线 → 违章归档 → AI 结果 → 系统配置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AI 结果 append-only · 车牌/用户名唯一索引 · DateTime(timezone=True) 全 UTC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Alembic 9 次迁移 · seed_data 幂等初始化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权限矩阵：citizen(举报+自查看) · reviewer(审核+统计) · admin(全权限) · camera(仅推送)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FastAPI Depends 路由级鉴权 · X-Camera-Key 独立密钥体系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37E"/>
                </a:solidFill>
              </a:rPr>
              <a:t>问题与后续计划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⚠ 当前问题：① AI 管线 Stub 占位 · ② Celery 异步未启用 · ③ 部分管理 CRUD 缺失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✓ 已交付：44 API 端点 · 205 测试 · 17 张表 · 核心闭环完整打通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74F"/>
                </a:solidFill>
              </a:rPr>
              <a:t>后续：AI 模型对接(2周) → Celery 异步管线(1周) → CRUD 补全(1周) → 终期答辩(3周后)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后端开发进度汇报</dc:title>
  <dc:subject>PptxGenJS Presentation</dc:subject>
  <dc:creator>Office MCP</dc:creator>
  <cp:lastModifiedBy>Office MCP</cp:lastModifiedBy>
  <cp:revision>1</cp:revision>
  <dcterms:created xsi:type="dcterms:W3CDTF">2026-07-11T04:19:28Z</dcterms:created>
  <dcterms:modified xsi:type="dcterms:W3CDTF">2026-07-11T04:19:28Z</dcterms:modified>
</cp:coreProperties>
</file>